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queue bound limits pending work; it does not itself guarantee low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determines the next start. It does not undo side effects already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thresholds form hysteresis. Occupancy nine still retains amber; eight clears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Transport success cannot substitute for the application admission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starts, not finishes. A long-running emergency item does not consume extra scheduling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 service time can coexist with a long queue delay during bursts.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completed observations per second as throughput. Queue length is an instantaneous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rejection can be correct behavior under a documented capacity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inlet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Each gateway has a bounded inlet queue. A slot is occupied from admission until the archive responds or the attempt is abandoned. Keeping a bound prevents slow storage from consuming unlimited gateway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Harbor queue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Normal inlet traffic uses first-in-first-out service. An emergency reading enters a separate lane with two reserved slots. Emergency traffic never evicts a normal reading that has already started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amber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At twelve occupied normal slots, a gateway advertises amber backpressure. It stops accepting new normal observations at sixteen slots. The amber warning remains until occupancy falls below nine, preventing rapid oscillation.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Overflow has an owner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When the normal queue is full, the gateway rejects admission with a retry-after value. The sending buoy retains its observation. The gateway must not claim durable receipt for an item it did not admit.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Fair service under bursts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After four emergency starts, the scheduler starts one waiting normal observation if one exists. The counter then resets. This limits starvation without promising a completion time when the archive is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Measuring queue 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Queue delay runs from admission to service start. Service delay runs from start to archive response. Their sum is gateway residence time. Record the two components separately before blaming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Capacity is not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Increasing slots stores a larger burst but does not make an unchanged archive faster. Once arrival rate exceeds sustained completion rate, any finite queue eventually fills. Admission control makes that overload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QUEUES: BOUNDED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Recovering after overload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Drain queued work before raising the normal admission rate. Keep emergency reservations intact. Report rejection counts separately from archive failures so a successful load-shedding decision is not mislabeled a storage fault.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2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Queues: bounded work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