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0972800" cy="61722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the timestamp that matches the question before computing a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 example, time 40 belongs to the window starting 40, not the one starting 20.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policy for late data is necessary even with watermarks.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late ledger preserves evidence without silently changing a finalized report.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attempt identifier is intentionally different on retries and is unsuitable as the deduplication key.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Reliable processing cannot reconstruct measurements that were never recorded.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Revision numbers help readers distinguish updates from duplicated notifications.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generic dropped count hides three very different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STREAMS: TIME AND LATE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Two timestamps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Event time records when the buoy took a measurement. Arrival time records when the gateway received it. A disconnected buoy can deliver an old event long after newer observations have arrived.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7 • Slide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STREAMS: TIME AND LATE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Harbor windows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The stream processor uses tumbling event-time windows of twenty seconds. A measurement at an exact boundary belongs to the new window. The processor labels a window by its starting event-time second.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7 • Slide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STREAMS: TIME AND LATE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Watermark meaning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watermark states how far the processor believes ordinary event delivery has advanced. It is not proof that every older measurement exists. Harbor can still receive late events after advancing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7 • Slide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STREAMS: TIME AND LATE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The coral lateness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window accepts corrections until its end plus fourteen seconds of watermark progress. After that boundary, an arriving measurement goes to the late ledger and does not rewrite the published aggregate.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7 • Slide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STREAMS: TIME AND LATE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Deduplicate before aggregate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Repeated transport attempts share an observation identifier. The stream processor removes such repeats before computing counts and sums. Deduplicating after aggregation would require reversing earlier contributions.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7 • Slide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STREAMS: TIME AND LATE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Count versus completeness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A count of received observations is not automatically a count of all physical measurements. Sensors can fail before transmission. A report should name missing-sensor assumptions separately from transport deduplication.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7 • Slide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STREAMS: TIME AND LATE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A corrected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Before finalization, a late observation updates the aggregate and increments the report revision. Readers compare both window identity and revision. A repeated delivery of the same observation does not create another revision.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7 • Slide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75B81"/>
                </a:solidFill>
              </a:defRPr>
            </a:pPr>
            <a:r>
              <a:t>HARBOR SYSTEMS 241  /  STREAMS: TIME AND LATE EVENTS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3000" b="1">
                <a:solidFill>
                  <a:srgbClr val="192A3E"/>
                </a:solidFill>
              </a:defRPr>
            </a:pPr>
            <a:r>
              <a:t>Tracing a late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148840"/>
            <a:ext cx="973836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400" b="0">
                <a:solidFill>
                  <a:srgbClr val="192A3E"/>
                </a:solidFill>
              </a:defRPr>
            </a:pPr>
            <a:r>
              <a:t>Record event time, arrival time, window, watermark and final disposition. Those fields explain whether an event changed a report, was deduplicated or entered the late ledger.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15000"/>
            <a:ext cx="9875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100" b="0">
                <a:solidFill>
                  <a:srgbClr val="596675"/>
                </a:solidFill>
              </a:defRPr>
            </a:pPr>
            <a:r>
              <a:t>Original synthetic teaching material • Week 7 • Slide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Streams: time and late events</dc:title>
  <dc:subject>Original fictional CS course: Harbor Systems 241</dc:subject>
  <dc:creator>Independent synthetic course QA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