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an observed measurement from a committed record. A gateway receipt alone proves neither archive durability nor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attempt count can rise while the count of observations stays constant. This is the basis of later idempotency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seven-second interval is measured between probe starts. Three probes therefore require two intervals after the first successful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Admission is not a permanent write authorization. Check both state and lease when explaining a rejected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Duplicate transport and duplicate durable records are different failures. Later lessons use this distinction to reason about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log position orders durable records. It should not be treated as a universal clock across gateways.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exact page or slide when two sources discuss the same name with different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missing acknowledgment is uncertainty about the outcome. It is not proof that no commit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 small system with explicit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is a fictional campus sensor archive. A buoy sends measurements to a gateway, which commits them to an archive. The course deliberately gives Harbor local rules; those rules override generic distributed-systems defaults in laboratory exercises.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Three independent identifiers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sensor identifier names hardware. An observation identifier names a measurement. An attempt identifier names one transport try. Retries keep the observation identifier and allocate a new attempt identifier; replacing the sensor does not rewrite historical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cedar admission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admits a new gateway only after three successful probes, each separated by seven seconds. A failed probe resets the consecutive success count to zero. Admission is distinct from permission to write archived observations.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State before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Gateway state progresses from candidate to admitted to writer. Candidate gateways may run probes. Admitted gateways may read the public catalog. Writers also need a current lease. A revoked lease returns a writer to admitted.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An invariant as a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An invariant should name its scope and its moment of observation. Harbor promises at most one visible archive record per observation identifier after a commit finishes. It does not promise only one packet or only one processing attempt.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Logical time in the laboratory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Laboratory traces use integer ticks. A tick orders events in a trace; it need not equal a second. Rules written in seconds use wall time. Never add a tick count to a wall-clock deadline without an explicit conversion.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Evidence and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claim about Harbor must cite the relevant lecture or chapter scope. A worked example is an inference from stated rules. When evidence is missing, say which fact is absent before offering an assumption.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HARBOR: CONTRACTS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Reading a failure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For each failed observation, record identifier, gateway state, lease generation, commit boundary and acknowledgment status. Reconstruct events before selecting a retry. This prevents accidental duplication when the acknowledgment was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1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Harbor: contracts and state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