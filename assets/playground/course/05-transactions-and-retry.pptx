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workers can both pass a preflight check before either one commits.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retry with a new observation identifier just because the response vanished.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Replay suppression assumes the caller preserves the observation identifier.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Timeout is a statement about waiting, not a reliable statement about remote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can be four total attempts. Sum only waits that occur before the relevant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compensation when effects cannot be rolled back atomically across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Successful archive storage does not prove that every downstream subscriber already displays the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Behavior at boundaries is more informative than a test that only exercises normal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TRANSACTIONS: COMMIT AND 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The archive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An archive transaction checks the observation identifier, appends the measurement and records its durable outcome. The identifier check and append share a commit boundary. A separate preflight lookup cannot guarantee uniqueness.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5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TRANSACTIONS: COMMIT AND 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The durable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commit is durable after both journal copies acknowledge the append. The client acknowledgment occurs afterward. Losing the client response can leave the client uncertain about an already durable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5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TRANSACTIONS: COMMIT AND 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Replay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Harbor keeps committed observation identifiers in its replay table for six hours. A repeated identifier within that interval returns the original commit receipt without appending another record. Payload disagreement produces a conflict.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5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TRANSACTIONS: COMMIT AND 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Transport timeout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After a timeout, the buoy retries the same observation identifier with a new attempt identifier. The gateway asks the archive for the stored outcome. Only a definitive absence permits a new append attempt.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5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TRANSACTIONS: COMMIT AND 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The violet retry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transient archive busy response allows at most three retries after the first attempt. The waits are two, five and nine seconds. A permanent payload conflict is never retried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5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TRANSACTIONS: COMMIT AND 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Compensation has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compensating record can reverse a logical allocation while preserving the audit history. It does not mean the original transaction never happened. Readers need a rule for interpreting both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5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TRANSACTIONS: COMMIT AND 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Partial downstream publication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Archive commit and external dashboard publication are separate boundaries. A durable outbox item records publication work in the same transaction as the observation. Retrying the outbox must also be idempotent.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5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TRANSACTIONS: COMMIT AND 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Crash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Crash a test writer before commit, after commit and after acknowledgment. Check visible archive rows and replay receipts after restart. The same client-visible timeout can correspond to different internal histories.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5 • 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Transactions: commit and retry</dc:title>
  <dc:subject>Original fictional CS course: Harbor Systems 241</dc:subject>
  <dc:creator>Independent synthetic course QA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