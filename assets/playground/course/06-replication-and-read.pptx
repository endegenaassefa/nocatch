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replication purpose before deriving a failure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watermark is comparable only within the same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four-second wait is bounded; it is not a promise that replication always catches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stable local snapshot does not automatically become a global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independent failure domains, not just process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measurement alone captures every operational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Repair reproduces established state; it is not a new client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Liveness of a process and readiness to serve are different observables.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Two kinds of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The archive has journal mirrors for durability and query replicas for read scaling. A query replica may lag behind a durable commit. Do not count a query replica acknowledgment as a journal durability acknowledgment.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Commit watermarks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Each query response includes its applied commit watermark. A client holding receipt position 120 can require a replica watermark of at least 120 before trusting the result as read-your-writes.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reader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replica below the required watermark waits for up to four seconds. If it remains behind, the reader routes to the partition leader. It reports unavailable if the leader cannot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Snapshot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snapshot pins one partition watermark for the duration of a report. Repeated reads use that watermark, preventing rows from shifting between pages. Cross-partition consistency requires an additional coordinator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Failure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Two copies on one disk do not protect against that disk failing. Harbor puts journal mirrors in different racks. Query replicas improve availability but are not a substitute for the specified commit copies.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Lag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Measure lag in both commit positions and elapsed time. A quiet partition can have a small position gap yet a very old heartbeat. A busy partition can gain many positions during a short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Read repair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query replica may request missing committed records. It must not invent a measurement or independently assign a new commit position. The leader remains the authority for the partition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REPLICATION: READING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Replica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Recover from a verified snapshot, then replay journal entries after its watermark. Verify checksums before serving readers. Exposing half-restored data would violate the advertised watermark even if the process is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6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Replication: reading with evidence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