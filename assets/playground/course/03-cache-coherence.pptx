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cache object before discussing freshness; the archive and mapping cache have different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Epochs order mapping revisions. They are not durations.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normal lecture deployment. The offline field chapter later specifies a distinct cache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Lost invalidations explain why a cache needs a bounded fallback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shared result must propagate both success and failure to waiters.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Availability policy should be explicit; silently serving stale data changes the safety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exact boundary catches greater-than versus greater-than-or-equal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cache efficiency with evidence of correct revision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CACHE: SNAPSHOTS AND FRESHNESS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What the map cache 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Harbor gateways cache mappings from buoy identifiers to archive partitions. A cached mapping includes an epoch and a load time. Measurements themselves are not cached by this component.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3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CACHE: SNAPSHOTS AND FRESHNESS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Epoch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mapping with a higher epoch replaces one with a lower epoch. Equal epochs must have identical partition assignments; otherwise the gateway records a coherence fault and refuses to choose silently.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3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CACHE: SNAPSHOTS AND FRESHNESS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Lecture default freshness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In the standard Harbor lecture configuration, a mapping cache entry lives for forty-five seconds after loading. Reads may reuse it before that boundary. At forty-five seconds the gateway must refresh before routing a new observation.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3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CACHE: SNAPSHOTS AND FRESHNESS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Invalidation message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An invalidation message speeds convergence but is not the only freshness mechanism. Time-based refresh eventually replaces a stale entry even if the message disappears. The gateway still checks the epoch on a refresh response.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3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CACHE: SNAPSHOTS AND FRESHNESS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Single refresh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Only one refresh for a given buoy runs at once. Other requests await that refresh rather than issuing identical lookups. A failed refresh clears the in-flight marker so later attempts can try again.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3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CACHE: SNAPSHOTS AND FRESHNESS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Stale data versus unavailable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mapping beyond its lifetime is stale. An unreachable catalog is unavailable. Harbor does not treat unavailability as permission to extend the standard cache lifetime. The caller receives a routing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3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CACHE: SNAPSHOTS AND FRESHNESS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Testing the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deterministic freshness test freezes time at load, one millisecond before expiry, exactly at expiry and one millisecond after. It verifies routing decisions, not merely the stored timestamp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3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CACHE: SNAPSHOTS AND FRESHNESS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Cache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Track hits, refresh starts, shared waiters and coherence faults separately. A high hit rate cannot prove correctness if epochs are ignored. A sudden fall in hits can be expected immediately after a legitimate catalog revision.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3 • 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Cache: snapshots and freshness</dc:title>
  <dc:subject>Original fictional CS course: Harbor Systems 241</dc:subject>
  <dc:creator>Independent synthetic course QA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