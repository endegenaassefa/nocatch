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backup file existing is not proof that it can be restored.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Checksum validation guards corruption, while watermark checks guard ordering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files before validation can destroy the last usable recovery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known-broken control helps establish that a check can detect the intended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call a retrieval-only result a completed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expected result written in a rubric is an oracle, not observed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visual-only teaching figure. Text extraction cannot recover its arrow meaning; inspect the original image or state the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limits make an engineering report useful to someone who was not present during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 recovery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distinguishes restoration time from maximum acceptable data loss. A fast restart that serves corrupted data is not a successful recovery. State both the time target and the data boundary before designing a drill.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Checkpoint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checkpoint includes partition, watermark and a checksum of its records. Recovery verifies the checksum before replaying newer journal entries. A mismatched checkpoint is quarantined and another checkpoint is selected.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quartz retention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keeps the latest three verified checkpoints for each partition. An unverified new checkpoint does not displace a verified one. Deletion occurs only after verification completes.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 controlled failure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Inject one failure boundary at a time and preserve a trace of the intervention. Measure observable behavior after recovery. A drill that never reaches the injected path provides no evidence about that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Stage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Measure capture, question reading, retrieval, provider wait and rendering independently. Total latency alone cannot reveal whether a slow run came from local preparation or a remote answer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Evidence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passing unit check establishes a local rule under its inputs. A native import establishes actual parsing in that runtime. A captured screenshot and supported answer establish another behavior. Keep those outcomes distinct.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Routing sketch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9966960" cy="3156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57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192A3E"/>
                </a:solidFill>
              </a:defRPr>
            </a:pPr>
            <a:r>
              <a:t>Routing sketch: inspect edge style and arrow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RECOVERY: MEASURED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An honest incident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List observed symptoms, tested hypotheses, corrective changes and remaining uncertainty. A failed provider request should remain a failed attempt even when local retrieval succeeded. Retain enough identifiers to reproduce the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10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Recovery: measured conclusions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