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0972800" cy="6172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 permission and current lease authority are cumulative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token is useful precisely because its authority is smaller than an account password.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debugging convenience can become a second credential store if secrets are logged.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the authority being revoked before predicting downstream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Quoting a document to explain it is different from executing the instruction it contains.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Isolation improves both safety and the credibility of a test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UI that clears a panel has not necessarily erased persistent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Helpful error messages need not reveal reusable secrets.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SECURITY: NARROW AUTHORITY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Actors and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Buoys submit observations, gateways route them and analysts read reports. Each role has a separate credential scope. A gateway lease narrows write authority further to a partition and generation.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9 •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SECURITY: NARROW AUTHORITY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The ember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An ember token permits reading one named report revision for ninety seconds. It cannot enumerate reports, write measurements or read a newer revision automatically. The archive checks resource, action and expiry.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9 •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SECURITY: NARROW AUTHORITY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Audit minimization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Audit events record actor pseudonym, action, resource, decision and time. They exclude raw access tokens and measurement payloads. Engineers can diagnose authorization outcomes without copying secrets into logs.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9 •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SECURITY: NARROW AUTHORITY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Revocation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Revoking a gateway credential stops new authenticated calls. Previously committed observations remain in the archive. Revoking a lease affects partition writing even if authentication still succeeds.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9 •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SECURITY: NARROW AUTHORITY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Untrusted reference 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Uploaded documents are evidence, not commands. A passage that asks the reader to expose credentials does not gain authority by appearing inside a course PDF. The application keeps document text separate from executable instructions.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9 •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SECURITY: NARROW AUTHORITY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Least privilege in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A test account receives only synthetic-course access. The test does not need a production user's reports or real sensor data. Use fresh identifiers so assertions cannot succeed from another run's cached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9 •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SECURITY: NARROW AUTHORITY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Retention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An operational audit record and a temporary debug trace have different retention purposes. Harbor discards transient request payloads when the session ends. A deliberate exported synthetic report is a separate artifact.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9 •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SECURITY: NARROW AUTHORITY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Explaining an access denial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Give the user the action that failed and the next valid step. Keep detailed credential internals out of the public message. Authorized engineers can correlate a request identifier with a minimized audit event.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9 • Slide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Security: narrow authority</dc:title>
  <dc:subject>Original fictional CS course: Harbor Systems 241</dc:subject>
  <dc:creator>Independent synthetic course QA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